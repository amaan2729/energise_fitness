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17" r:id="rId5"/>
    <p:sldId id="307" r:id="rId6"/>
    <p:sldId id="308" r:id="rId7"/>
    <p:sldId id="278" r:id="rId8"/>
    <p:sldId id="309" r:id="rId9"/>
    <p:sldId id="263" r:id="rId10"/>
    <p:sldId id="310" r:id="rId11"/>
    <p:sldId id="311" r:id="rId12"/>
    <p:sldId id="30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9/3/2024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br>
              <a:rPr lang="en-US" dirty="0">
                <a:latin typeface="Abadi Extra Light" panose="020F0502020204030204" pitchFamily="34" charset="0"/>
              </a:rPr>
            </a:br>
            <a:br>
              <a:rPr lang="en-US" dirty="0">
                <a:latin typeface="Abadi Extra Light" panose="020F0502020204030204" pitchFamily="34" charset="0"/>
              </a:rPr>
            </a:br>
            <a:r>
              <a:rPr lang="en-US" dirty="0">
                <a:latin typeface="Abadi Extra Light" panose="020F0502020204030204" pitchFamily="34" charset="0"/>
              </a:rPr>
              <a:t>Fitness Website </a:t>
            </a:r>
            <a:br>
              <a:rPr lang="en-US" dirty="0">
                <a:latin typeface="Abadi Extra Light" panose="020F0502020204030204" pitchFamily="34" charset="0"/>
              </a:rPr>
            </a:br>
            <a:br>
              <a:rPr lang="en-US" dirty="0">
                <a:latin typeface="Abadi Extra Light" panose="020F0502020204030204" pitchFamily="34" charset="0"/>
              </a:rPr>
            </a:br>
            <a:r>
              <a:rPr lang="en-US" dirty="0">
                <a:latin typeface="Abadi Extra Light" panose="020F0502020204030204" pitchFamily="34" charset="0"/>
              </a:rPr>
              <a:t>          			</a:t>
            </a:r>
            <a:r>
              <a:rPr lang="en-US" sz="2400" dirty="0" err="1">
                <a:latin typeface="Abadi Extra Light" panose="020F0502020204030204" pitchFamily="34" charset="0"/>
              </a:rPr>
              <a:t>Aarnav</a:t>
            </a:r>
            <a:r>
              <a:rPr lang="en-US" sz="2400" dirty="0">
                <a:latin typeface="Abadi Extra Light" panose="020F0502020204030204" pitchFamily="34" charset="0"/>
              </a:rPr>
              <a:t> Kaushal(2310991671)</a:t>
            </a:r>
            <a:br>
              <a:rPr lang="en-US" sz="2400" dirty="0">
                <a:latin typeface="Abadi Extra Light" panose="020F0502020204030204" pitchFamily="34" charset="0"/>
              </a:rPr>
            </a:br>
            <a:r>
              <a:rPr lang="en-US" sz="2400" dirty="0">
                <a:latin typeface="Abadi Extra Light" panose="020F0502020204030204" pitchFamily="34" charset="0"/>
              </a:rPr>
              <a:t>				     Amaan Ur Rehman(2310991686)</a:t>
            </a:r>
            <a:br>
              <a:rPr lang="en-US" sz="2400" dirty="0">
                <a:latin typeface="Abadi Extra Light" panose="020F0502020204030204" pitchFamily="34" charset="0"/>
              </a:rPr>
            </a:br>
            <a:r>
              <a:rPr lang="en-US" sz="2400" dirty="0">
                <a:latin typeface="Abadi Extra Light" panose="020F0502020204030204" pitchFamily="34" charset="0"/>
              </a:rPr>
              <a:t>	        			Chirag Baboota(2310991725)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D3B977-7C49-39CC-FE3A-C685B5B2A45A}"/>
              </a:ext>
            </a:extLst>
          </p:cNvPr>
          <p:cNvSpPr txBox="1"/>
          <p:nvPr/>
        </p:nvSpPr>
        <p:spPr>
          <a:xfrm>
            <a:off x="915924" y="4312226"/>
            <a:ext cx="3423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badi Extra Light" panose="020B0204020104020204" pitchFamily="34" charset="0"/>
              </a:rPr>
              <a:t>Submitted To:</a:t>
            </a:r>
          </a:p>
          <a:p>
            <a:r>
              <a:rPr lang="en-US" sz="2400" dirty="0">
                <a:latin typeface="Abadi Extra Light" panose="020B0204020104020204" pitchFamily="34" charset="0"/>
              </a:rPr>
              <a:t>Ms. </a:t>
            </a:r>
            <a:r>
              <a:rPr lang="en-US" sz="2400" dirty="0" err="1">
                <a:latin typeface="Abadi Extra Light" panose="020B0204020104020204" pitchFamily="34" charset="0"/>
              </a:rPr>
              <a:t>Tapalagna</a:t>
            </a:r>
            <a:r>
              <a:rPr lang="en-US" sz="2400" dirty="0">
                <a:latin typeface="Abadi Extra Light" panose="020B0204020104020204" pitchFamily="34" charset="0"/>
              </a:rPr>
              <a:t> Chakraborty</a:t>
            </a:r>
            <a:endParaRPr lang="en-IN" sz="24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6117663"/>
              </p:ext>
            </p:extLst>
          </p:nvPr>
        </p:nvGraphicFramePr>
        <p:xfrm>
          <a:off x="6869113" y="1143000"/>
          <a:ext cx="4190999" cy="4614818"/>
        </p:xfrm>
        <a:graphic>
          <a:graphicData uri="http://schemas.openxmlformats.org/drawingml/2006/table">
            <a:tbl>
              <a:tblPr firstRow="1" bandRow="1"/>
              <a:tblGrid>
                <a:gridCol w="4190999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Description</a:t>
                      </a:r>
                    </a:p>
                    <a:p>
                      <a:pPr algn="r"/>
                      <a:endParaRPr lang="en-US" sz="2400" b="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/>
                        <a:t>Features</a:t>
                      </a: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/>
                        <a:t>Target Audience</a:t>
                      </a: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Website Visuals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5483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Conclusion</a:t>
                      </a: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7534656" cy="914400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Description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19D84D-1912-46FB-DA0E-D05F31E39F1E}"/>
              </a:ext>
            </a:extLst>
          </p:cNvPr>
          <p:cNvSpPr txBox="1"/>
          <p:nvPr/>
        </p:nvSpPr>
        <p:spPr>
          <a:xfrm>
            <a:off x="914399" y="2039111"/>
            <a:ext cx="5650992" cy="3904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dirty="0" err="1">
                <a:effectLst/>
              </a:rPr>
              <a:t>EnerGise</a:t>
            </a:r>
            <a:r>
              <a:rPr lang="en-US" sz="2400" dirty="0">
                <a:effectLst/>
              </a:rPr>
              <a:t> is your ultimate fitness platform, offering personalized workout and nutrition plans, live and on-demand training sessions, and progress tracking. With expert guidance, a variety of fitness products, and real-time support, we empower you to transform your health and achieve your goals. Energize your fitness journey with us today!</a:t>
            </a:r>
            <a:endParaRPr lang="en-US" sz="2400" dirty="0"/>
          </a:p>
        </p:txBody>
      </p:sp>
      <p:pic>
        <p:nvPicPr>
          <p:cNvPr id="4" name="Picture Placeholder 3" descr="A person holding weights in his hands&#10;&#10;Description automatically generated">
            <a:extLst>
              <a:ext uri="{FF2B5EF4-FFF2-40B4-BE49-F238E27FC236}">
                <a16:creationId xmlns:a16="http://schemas.microsoft.com/office/drawing/2014/main" id="{E8A3ABA9-EE4B-1239-1182-1C56B91E672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7642" r="2309" b="3"/>
          <a:stretch/>
        </p:blipFill>
        <p:spPr>
          <a:xfrm>
            <a:off x="7623125" y="-20757"/>
            <a:ext cx="4589511" cy="6555026"/>
          </a:xfrm>
          <a:noFill/>
        </p:spPr>
      </p:pic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858B7879-9758-7877-40B6-F0BB0A48D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0EBDF4-3413-FCF9-2E25-9A254A61F23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483075" y="119561"/>
            <a:ext cx="5449824" cy="1280160"/>
          </a:xfrm>
        </p:spPr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F41C6E-3F7B-B99B-4FC7-E19ADD186EDC}"/>
              </a:ext>
            </a:extLst>
          </p:cNvPr>
          <p:cNvSpPr txBox="1"/>
          <p:nvPr/>
        </p:nvSpPr>
        <p:spPr>
          <a:xfrm>
            <a:off x="5046133" y="993058"/>
            <a:ext cx="683123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/>
              <a:t>Workout Plans:</a:t>
            </a:r>
          </a:p>
          <a:p>
            <a:r>
              <a:rPr lang="en-US" sz="2000" dirty="0"/>
              <a:t>Personalized Plans: Custom-tailored workout and nutrition plans designed to meet individual goals.</a:t>
            </a:r>
          </a:p>
          <a:p>
            <a:r>
              <a:rPr lang="en-US" sz="2000" dirty="0"/>
              <a:t>2. E-Commerce:</a:t>
            </a:r>
          </a:p>
          <a:p>
            <a:r>
              <a:rPr lang="en-US" sz="2000" dirty="0"/>
              <a:t>Product Sales: A selection of fitness-related products including apparel, supplements, and equipment. </a:t>
            </a:r>
          </a:p>
          <a:p>
            <a:r>
              <a:rPr lang="en-US" sz="2000" dirty="0"/>
              <a:t>Subscription Plans: Various membership plans, class packs, and training packages available for purchase.</a:t>
            </a:r>
          </a:p>
          <a:p>
            <a:r>
              <a:rPr lang="en-US" sz="2000" dirty="0"/>
              <a:t>3. Virtual Training:</a:t>
            </a:r>
          </a:p>
          <a:p>
            <a:r>
              <a:rPr lang="en-US" sz="2000" dirty="0"/>
              <a:t>On-Demand Videos: A comprehensive library of pre-recorded workout videos available for anytime access.</a:t>
            </a:r>
          </a:p>
          <a:p>
            <a:r>
              <a:rPr lang="en-US" sz="2000" dirty="0"/>
              <a:t>4. Inclusion:</a:t>
            </a:r>
          </a:p>
          <a:p>
            <a:r>
              <a:rPr lang="en-US" sz="2000" dirty="0"/>
              <a:t>Senior Citizens: Specialized fitness programs designed to help older adults maintain mobility and overall health.</a:t>
            </a:r>
            <a:endParaRPr lang="en-IN" sz="2000" dirty="0"/>
          </a:p>
        </p:txBody>
      </p:sp>
      <p:pic>
        <p:nvPicPr>
          <p:cNvPr id="8" name="Picture Placeholder 7" descr="A screenshot of a website&#10;&#10;Description automatically generated">
            <a:extLst>
              <a:ext uri="{FF2B5EF4-FFF2-40B4-BE49-F238E27FC236}">
                <a16:creationId xmlns:a16="http://schemas.microsoft.com/office/drawing/2014/main" id="{FDD52CDA-FECD-C733-B591-ACD0A9EB92A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0586" r="305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Target Audience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Fitness Enthusiasts: Individuals actively engaged in fitness looking for additional resources, challenges, and advanced workouts.</a:t>
            </a:r>
          </a:p>
          <a:p>
            <a:pPr marL="0" indent="0">
              <a:buNone/>
            </a:pPr>
            <a:r>
              <a:rPr lang="en-US" dirty="0"/>
              <a:t>2. Busy Professionals: Those with tight schedules seeking efficient workout solutions that fit into their busy lives.</a:t>
            </a:r>
          </a:p>
          <a:p>
            <a:pPr marL="0" indent="0">
              <a:buNone/>
            </a:pPr>
            <a:r>
              <a:rPr lang="en-US" dirty="0"/>
              <a:t>3. Beginners and Newcomers: Individuals new to fitness who need guidance, motivation, and beginner-friendly programs.</a:t>
            </a:r>
          </a:p>
          <a:p>
            <a:pPr marL="0" indent="0">
              <a:buNone/>
            </a:pPr>
            <a:r>
              <a:rPr lang="en-US" dirty="0"/>
              <a:t>4. Seniors: Older adults in search of fitness programs tailored to their age group, focusing on maintaining mobility and overall wellness.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2843784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1114" y="3825875"/>
            <a:ext cx="8109772" cy="264477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C2856D-6ADC-C55E-3C1A-764ABE30F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42E315DC-6A5F-D960-EFB8-AB519DAB1951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249839" cy="68580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Conclusion</a:t>
            </a:r>
            <a:endParaRPr lang="en-US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7798761A-B671-4825-623F-F4726F2BDF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78426" y="2039112"/>
            <a:ext cx="10602985" cy="3904488"/>
          </a:xfrm>
        </p:spPr>
        <p:txBody>
          <a:bodyPr>
            <a:normAutofit/>
          </a:bodyPr>
          <a:lstStyle/>
          <a:p>
            <a:r>
              <a:rPr lang="en-US" sz="3200" dirty="0"/>
              <a:t>In conclusion, </a:t>
            </a:r>
            <a:r>
              <a:rPr lang="en-US" sz="3200" dirty="0" err="1"/>
              <a:t>EnerGise</a:t>
            </a:r>
            <a:r>
              <a:rPr lang="en-US" sz="3200" dirty="0"/>
              <a:t> is dedicated to empowering you on your fitness journey by providing personalized plans, expert guidance, and real-time support. Whether you're a beginner or an experienced athlete, our platform offers the tools and resources to help you achieve your health goals. Join </a:t>
            </a:r>
            <a:r>
              <a:rPr lang="en-US" sz="3200" dirty="0" err="1"/>
              <a:t>EnerGise</a:t>
            </a:r>
            <a:r>
              <a:rPr lang="en-US" sz="3200" dirty="0"/>
              <a:t> today and take the first step towards a healthier, more energized life.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{3E956D48-7BDD-4528-9D1B-3EC7532604D0}tf11964407_win32</Template>
  <TotalTime>61</TotalTime>
  <Words>378</Words>
  <Application>Microsoft Office PowerPoint</Application>
  <PresentationFormat>Widescreen</PresentationFormat>
  <Paragraphs>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Abadi Extra Light</vt:lpstr>
      <vt:lpstr>Arial</vt:lpstr>
      <vt:lpstr>Calibri</vt:lpstr>
      <vt:lpstr>Courier New</vt:lpstr>
      <vt:lpstr>Gill Sans Nova Light</vt:lpstr>
      <vt:lpstr>Sagona Book</vt:lpstr>
      <vt:lpstr>Custom</vt:lpstr>
      <vt:lpstr>  Fitness Website                Aarnav Kaushal(2310991671)          Amaan Ur Rehman(2310991686)             Chirag Baboota(2310991725)</vt:lpstr>
      <vt:lpstr>agenda</vt:lpstr>
      <vt:lpstr>Description</vt:lpstr>
      <vt:lpstr>PowerPoint Presentation</vt:lpstr>
      <vt:lpstr>Target Audience</vt:lpstr>
      <vt:lpstr>PowerPoint Presentation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Chirag Baboota</dc:creator>
  <cp:lastModifiedBy>Chirag Baboota</cp:lastModifiedBy>
  <cp:revision>6</cp:revision>
  <dcterms:created xsi:type="dcterms:W3CDTF">2024-09-02T06:58:28Z</dcterms:created>
  <dcterms:modified xsi:type="dcterms:W3CDTF">2024-09-03T08:24:44Z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